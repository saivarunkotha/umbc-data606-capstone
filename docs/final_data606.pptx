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1" r:id="rId4"/>
    <p:sldId id="258" r:id="rId5"/>
    <p:sldId id="275" r:id="rId6"/>
    <p:sldId id="259" r:id="rId7"/>
    <p:sldId id="261" r:id="rId8"/>
    <p:sldId id="288" r:id="rId9"/>
    <p:sldId id="282" r:id="rId10"/>
    <p:sldId id="266" r:id="rId11"/>
    <p:sldId id="283" r:id="rId12"/>
    <p:sldId id="284" r:id="rId13"/>
    <p:sldId id="285" r:id="rId14"/>
    <p:sldId id="273" r:id="rId15"/>
    <p:sldId id="286" r:id="rId16"/>
    <p:sldId id="287" r:id="rId17"/>
    <p:sldId id="278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D2D71-9560-4364-9ED6-81220696F66C}" v="6" dt="2024-05-15T00:19:2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04" autoAdjust="0"/>
    <p:restoredTop sz="94693"/>
  </p:normalViewPr>
  <p:slideViewPr>
    <p:cSldViewPr snapToGrid="0" snapToObjects="1">
      <p:cViewPr varScale="1">
        <p:scale>
          <a:sx n="188" d="100"/>
          <a:sy n="188" d="100"/>
        </p:scale>
        <p:origin x="640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Ayireddy" userId="ae91c9062c72a210" providerId="LiveId" clId="{CDFD2D71-9560-4364-9ED6-81220696F66C}"/>
    <pc:docChg chg="modSld">
      <pc:chgData name="Shreya Ayireddy" userId="ae91c9062c72a210" providerId="LiveId" clId="{CDFD2D71-9560-4364-9ED6-81220696F66C}" dt="2024-05-15T00:19:23.726" v="9"/>
      <pc:docMkLst>
        <pc:docMk/>
      </pc:docMkLst>
      <pc:sldChg chg="addSp delSp modSp mod modTransition modAnim">
        <pc:chgData name="Shreya Ayireddy" userId="ae91c9062c72a210" providerId="LiveId" clId="{CDFD2D71-9560-4364-9ED6-81220696F66C}" dt="2024-05-15T00:16:37.004" v="5"/>
        <pc:sldMkLst>
          <pc:docMk/>
          <pc:sldMk cId="2689409771" sldId="256"/>
        </pc:sldMkLst>
        <pc:picChg chg="add del mod">
          <ac:chgData name="Shreya Ayireddy" userId="ae91c9062c72a210" providerId="LiveId" clId="{CDFD2D71-9560-4364-9ED6-81220696F66C}" dt="2024-05-15T00:08:19.405" v="4"/>
          <ac:picMkLst>
            <pc:docMk/>
            <pc:sldMk cId="2689409771" sldId="256"/>
            <ac:picMk id="13" creationId="{1D3BD046-2393-DF76-1109-5E29BD792CC6}"/>
          </ac:picMkLst>
        </pc:picChg>
        <pc:picChg chg="add del mod ord">
          <ac:chgData name="Shreya Ayireddy" userId="ae91c9062c72a210" providerId="LiveId" clId="{CDFD2D71-9560-4364-9ED6-81220696F66C}" dt="2024-05-15T00:16:37.004" v="5"/>
          <ac:picMkLst>
            <pc:docMk/>
            <pc:sldMk cId="2689409771" sldId="256"/>
            <ac:picMk id="15" creationId="{94D55C46-9FE9-8849-A34D-2607847CD780}"/>
          </ac:picMkLst>
        </pc:picChg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2689409771" sldId="256"/>
            <ac:picMk id="16" creationId="{07BA092E-118E-01C8-A94A-42202F565F92}"/>
          </ac:picMkLst>
        </pc:picChg>
      </pc:sldChg>
      <pc:sldChg chg="addSp delSp modSp mod modTransition modAnim">
        <pc:chgData name="Shreya Ayireddy" userId="ae91c9062c72a210" providerId="LiveId" clId="{CDFD2D71-9560-4364-9ED6-81220696F66C}" dt="2024-05-15T00:16:37.004" v="5"/>
        <pc:sldMkLst>
          <pc:docMk/>
          <pc:sldMk cId="3886138976" sldId="257"/>
        </pc:sldMkLst>
        <pc:picChg chg="add del mod">
          <ac:chgData name="Shreya Ayireddy" userId="ae91c9062c72a210" providerId="LiveId" clId="{CDFD2D71-9560-4364-9ED6-81220696F66C}" dt="2024-05-15T00:08:19.405" v="4"/>
          <ac:picMkLst>
            <pc:docMk/>
            <pc:sldMk cId="3886138976" sldId="257"/>
            <ac:picMk id="9" creationId="{E486A739-1F02-74D8-28FE-2191D8CE47E7}"/>
          </ac:picMkLst>
        </pc:picChg>
        <pc:picChg chg="add del mod ord">
          <ac:chgData name="Shreya Ayireddy" userId="ae91c9062c72a210" providerId="LiveId" clId="{CDFD2D71-9560-4364-9ED6-81220696F66C}" dt="2024-05-15T00:16:37.004" v="5"/>
          <ac:picMkLst>
            <pc:docMk/>
            <pc:sldMk cId="3886138976" sldId="257"/>
            <ac:picMk id="13" creationId="{91D2F0CA-EA4C-06CA-3646-C072B0C76BC2}"/>
          </ac:picMkLst>
        </pc:picChg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3886138976" sldId="257"/>
            <ac:picMk id="14" creationId="{FD4C2237-35D5-C455-423D-BE68D803804C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1468775866" sldId="258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1468775866" sldId="258"/>
            <ac:picMk id="13" creationId="{D1B56242-CE45-B83D-C78D-27C2EA6CBE4D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625976365" sldId="259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625976365" sldId="259"/>
            <ac:picMk id="6" creationId="{E7A8032B-CC0C-756B-8552-17FAE184DBCE}"/>
          </ac:picMkLst>
        </pc:picChg>
      </pc:sldChg>
      <pc:sldChg chg="addSp modSp mod modTransition">
        <pc:chgData name="Shreya Ayireddy" userId="ae91c9062c72a210" providerId="LiveId" clId="{CDFD2D71-9560-4364-9ED6-81220696F66C}" dt="2024-05-15T00:16:37.004" v="5"/>
        <pc:sldMkLst>
          <pc:docMk/>
          <pc:sldMk cId="3636632395" sldId="260"/>
        </pc:sldMkLst>
        <pc:spChg chg="mod">
          <ac:chgData name="Shreya Ayireddy" userId="ae91c9062c72a210" providerId="LiveId" clId="{CDFD2D71-9560-4364-9ED6-81220696F66C}" dt="2024-05-14T23:31:33.614" v="0" actId="255"/>
          <ac:spMkLst>
            <pc:docMk/>
            <pc:sldMk cId="3636632395" sldId="260"/>
            <ac:spMk id="11" creationId="{CA176B09-C583-7BD8-DE1D-46D9604EFE8C}"/>
          </ac:spMkLst>
        </pc:spChg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3636632395" sldId="260"/>
            <ac:picMk id="5" creationId="{B6B93C89-382F-A336-33B3-05DAEF0F2F3D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2283383675" sldId="261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2283383675" sldId="261"/>
            <ac:picMk id="6" creationId="{5B4F2990-2EDF-0518-0CAA-478A6A7767E2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874941740" sldId="262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874941740" sldId="262"/>
            <ac:picMk id="4" creationId="{8D7D11EC-9639-513C-930C-4D13E7822CFD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896448253" sldId="263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896448253" sldId="263"/>
            <ac:picMk id="4" creationId="{B001EC4A-3CF5-1993-81FC-E13A908ECCD9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2828916764" sldId="264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2828916764" sldId="264"/>
            <ac:picMk id="4" creationId="{717899FD-2414-67C9-9EB6-2E34D6305DF6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73674827" sldId="265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73674827" sldId="265"/>
            <ac:picMk id="4" creationId="{F4EE6807-2062-2B05-7BC4-21115D603F61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2511824486" sldId="266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2511824486" sldId="266"/>
            <ac:picMk id="7" creationId="{92B6E9E6-DCA5-4203-77C9-E2BBD8C0AFDF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168913472" sldId="267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168913472" sldId="267"/>
            <ac:picMk id="7" creationId="{47F068C2-F8CC-CD80-4943-6011B5D2567C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3719648811" sldId="268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3719648811" sldId="268"/>
            <ac:picMk id="6" creationId="{2198FBBE-1C66-05A0-5764-12840573D6E9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802993960" sldId="270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802993960" sldId="270"/>
            <ac:picMk id="5" creationId="{5B0D0E9C-D69F-309E-AB3B-4AE92FF57D31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1054949327" sldId="271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1054949327" sldId="271"/>
            <ac:picMk id="5" creationId="{F30C0B19-DEA0-F1AC-5B22-AA6D64B49502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3245295219" sldId="272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3245295219" sldId="272"/>
            <ac:picMk id="5" creationId="{11580A0D-80ED-5899-92E5-9949D8317F49}"/>
          </ac:picMkLst>
        </pc:picChg>
      </pc:sldChg>
      <pc:sldChg chg="addSp modSp modTransition">
        <pc:chgData name="Shreya Ayireddy" userId="ae91c9062c72a210" providerId="LiveId" clId="{CDFD2D71-9560-4364-9ED6-81220696F66C}" dt="2024-05-15T00:19:23.726" v="9"/>
        <pc:sldMkLst>
          <pc:docMk/>
          <pc:sldMk cId="3368592638" sldId="273"/>
        </pc:sldMkLst>
        <pc:picChg chg="add mod">
          <ac:chgData name="Shreya Ayireddy" userId="ae91c9062c72a210" providerId="LiveId" clId="{CDFD2D71-9560-4364-9ED6-81220696F66C}" dt="2024-05-15T00:19:23.726" v="9"/>
          <ac:picMkLst>
            <pc:docMk/>
            <pc:sldMk cId="3368592638" sldId="273"/>
            <ac:picMk id="7" creationId="{03D5253D-D84D-36A0-89EE-B6F81A4A8DE5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859126977" sldId="274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859126977" sldId="274"/>
            <ac:picMk id="4" creationId="{A2E3397C-52E5-E79F-7092-B709B7190A12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1498383939" sldId="275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1498383939" sldId="275"/>
            <ac:picMk id="8" creationId="{0A0B2EBA-2CEB-2BF4-09C6-C5E93AA29818}"/>
          </ac:picMkLst>
        </pc:picChg>
      </pc:sldChg>
      <pc:sldChg chg="addSp modSp modTransition">
        <pc:chgData name="Shreya Ayireddy" userId="ae91c9062c72a210" providerId="LiveId" clId="{CDFD2D71-9560-4364-9ED6-81220696F66C}" dt="2024-05-15T00:19:23.726" v="9"/>
        <pc:sldMkLst>
          <pc:docMk/>
          <pc:sldMk cId="4033109096" sldId="276"/>
        </pc:sldMkLst>
        <pc:picChg chg="add mod">
          <ac:chgData name="Shreya Ayireddy" userId="ae91c9062c72a210" providerId="LiveId" clId="{CDFD2D71-9560-4364-9ED6-81220696F66C}" dt="2024-05-15T00:19:23.726" v="9"/>
          <ac:picMkLst>
            <pc:docMk/>
            <pc:sldMk cId="4033109096" sldId="276"/>
            <ac:picMk id="11" creationId="{2653BD2A-7CFE-96AA-E9D4-D619FC9F3EC7}"/>
          </ac:picMkLst>
        </pc:picChg>
      </pc:sldChg>
      <pc:sldChg chg="addSp modSp modTransition">
        <pc:chgData name="Shreya Ayireddy" userId="ae91c9062c72a210" providerId="LiveId" clId="{CDFD2D71-9560-4364-9ED6-81220696F66C}" dt="2024-05-15T00:16:37.004" v="5"/>
        <pc:sldMkLst>
          <pc:docMk/>
          <pc:sldMk cId="1953692151" sldId="277"/>
        </pc:sldMkLst>
        <pc:picChg chg="add mod">
          <ac:chgData name="Shreya Ayireddy" userId="ae91c9062c72a210" providerId="LiveId" clId="{CDFD2D71-9560-4364-9ED6-81220696F66C}" dt="2024-05-15T00:16:37.004" v="5"/>
          <ac:picMkLst>
            <pc:docMk/>
            <pc:sldMk cId="1953692151" sldId="277"/>
            <ac:picMk id="4" creationId="{419E7B97-9991-D204-72E6-7A51E50E27CB}"/>
          </ac:picMkLst>
        </pc:picChg>
      </pc:sldChg>
      <pc:sldChg chg="addSp modSp modTransition">
        <pc:chgData name="Shreya Ayireddy" userId="ae91c9062c72a210" providerId="LiveId" clId="{CDFD2D71-9560-4364-9ED6-81220696F66C}" dt="2024-05-15T00:19:23.726" v="9"/>
        <pc:sldMkLst>
          <pc:docMk/>
          <pc:sldMk cId="1944580574" sldId="278"/>
        </pc:sldMkLst>
        <pc:picChg chg="add mod">
          <ac:chgData name="Shreya Ayireddy" userId="ae91c9062c72a210" providerId="LiveId" clId="{CDFD2D71-9560-4364-9ED6-81220696F66C}" dt="2024-05-15T00:19:23.726" v="9"/>
          <ac:picMkLst>
            <pc:docMk/>
            <pc:sldMk cId="1944580574" sldId="278"/>
            <ac:picMk id="4" creationId="{5D03A30C-25D3-6349-A5D3-FABAB1185A89}"/>
          </ac:picMkLst>
        </pc:picChg>
      </pc:sldChg>
      <pc:sldChg chg="addSp delSp modSp mod modTransition modAnim">
        <pc:chgData name="Shreya Ayireddy" userId="ae91c9062c72a210" providerId="LiveId" clId="{CDFD2D71-9560-4364-9ED6-81220696F66C}" dt="2024-05-15T00:17:31.751" v="8"/>
        <pc:sldMkLst>
          <pc:docMk/>
          <pc:sldMk cId="829244858" sldId="279"/>
        </pc:sldMkLst>
        <pc:picChg chg="add del mod">
          <ac:chgData name="Shreya Ayireddy" userId="ae91c9062c72a210" providerId="LiveId" clId="{CDFD2D71-9560-4364-9ED6-81220696F66C}" dt="2024-05-15T00:16:46.231" v="7"/>
          <ac:picMkLst>
            <pc:docMk/>
            <pc:sldMk cId="829244858" sldId="279"/>
            <ac:picMk id="5" creationId="{5C3C2F2E-24DA-680C-D454-71430B388190}"/>
          </ac:picMkLst>
        </pc:picChg>
        <pc:picChg chg="add del mod ord">
          <ac:chgData name="Shreya Ayireddy" userId="ae91c9062c72a210" providerId="LiveId" clId="{CDFD2D71-9560-4364-9ED6-81220696F66C}" dt="2024-05-15T00:17:31.751" v="8"/>
          <ac:picMkLst>
            <pc:docMk/>
            <pc:sldMk cId="829244858" sldId="279"/>
            <ac:picMk id="9" creationId="{6C0EBCA5-C7D2-4CC5-0D2E-3A7092A70324}"/>
          </ac:picMkLst>
        </pc:picChg>
        <pc:picChg chg="add mod">
          <ac:chgData name="Shreya Ayireddy" userId="ae91c9062c72a210" providerId="LiveId" clId="{CDFD2D71-9560-4364-9ED6-81220696F66C}" dt="2024-05-15T00:17:31.751" v="8"/>
          <ac:picMkLst>
            <pc:docMk/>
            <pc:sldMk cId="829244858" sldId="279"/>
            <ac:picMk id="10" creationId="{3737277C-A683-13D6-5D7A-7D93532B63BD}"/>
          </ac:picMkLst>
        </pc:picChg>
      </pc:sldChg>
      <pc:sldChg chg="addSp modSp modTransition">
        <pc:chgData name="Shreya Ayireddy" userId="ae91c9062c72a210" providerId="LiveId" clId="{CDFD2D71-9560-4364-9ED6-81220696F66C}" dt="2024-05-15T00:19:23.726" v="9"/>
        <pc:sldMkLst>
          <pc:docMk/>
          <pc:sldMk cId="1296527974" sldId="280"/>
        </pc:sldMkLst>
        <pc:picChg chg="add mod">
          <ac:chgData name="Shreya Ayireddy" userId="ae91c9062c72a210" providerId="LiveId" clId="{CDFD2D71-9560-4364-9ED6-81220696F66C}" dt="2024-05-15T00:19:23.726" v="9"/>
          <ac:picMkLst>
            <pc:docMk/>
            <pc:sldMk cId="1296527974" sldId="280"/>
            <ac:picMk id="5" creationId="{931BADCC-9621-9801-5070-20452F4DBBAB}"/>
          </ac:picMkLst>
        </pc:picChg>
      </pc:sldChg>
    </pc:docChg>
  </pc:docChgLst>
  <pc:docChgLst>
    <pc:chgData name="Shreya Ayireddy" userId="ae91c9062c72a210" providerId="LiveId" clId="{7DE6FBD9-EC60-4886-AC87-D05F6DE261D3}"/>
    <pc:docChg chg="undo custSel addSld modSld sldOrd">
      <pc:chgData name="Shreya Ayireddy" userId="ae91c9062c72a210" providerId="LiveId" clId="{7DE6FBD9-EC60-4886-AC87-D05F6DE261D3}" dt="2024-04-11T23:29:42" v="402" actId="1076"/>
      <pc:docMkLst>
        <pc:docMk/>
      </pc:docMkLst>
      <pc:sldChg chg="modSp mod">
        <pc:chgData name="Shreya Ayireddy" userId="ae91c9062c72a210" providerId="LiveId" clId="{7DE6FBD9-EC60-4886-AC87-D05F6DE261D3}" dt="2024-04-11T23:13:04.033" v="366" actId="20577"/>
        <pc:sldMkLst>
          <pc:docMk/>
          <pc:sldMk cId="2689409771" sldId="256"/>
        </pc:sldMkLst>
        <pc:spChg chg="mod">
          <ac:chgData name="Shreya Ayireddy" userId="ae91c9062c72a210" providerId="LiveId" clId="{7DE6FBD9-EC60-4886-AC87-D05F6DE261D3}" dt="2024-04-11T23:13:04.033" v="366" actId="20577"/>
          <ac:spMkLst>
            <pc:docMk/>
            <pc:sldMk cId="2689409771" sldId="256"/>
            <ac:spMk id="4" creationId="{9DBA3C28-0449-8252-05F9-F29F366AC567}"/>
          </ac:spMkLst>
        </pc:spChg>
      </pc:sldChg>
      <pc:sldChg chg="modSp mod">
        <pc:chgData name="Shreya Ayireddy" userId="ae91c9062c72a210" providerId="LiveId" clId="{7DE6FBD9-EC60-4886-AC87-D05F6DE261D3}" dt="2024-04-11T16:05:51.191" v="351" actId="1076"/>
        <pc:sldMkLst>
          <pc:docMk/>
          <pc:sldMk cId="1468775866" sldId="258"/>
        </pc:sldMkLst>
        <pc:spChg chg="mod">
          <ac:chgData name="Shreya Ayireddy" userId="ae91c9062c72a210" providerId="LiveId" clId="{7DE6FBD9-EC60-4886-AC87-D05F6DE261D3}" dt="2024-04-11T16:05:47.279" v="350" actId="1076"/>
          <ac:spMkLst>
            <pc:docMk/>
            <pc:sldMk cId="1468775866" sldId="258"/>
            <ac:spMk id="2" creationId="{3057A51F-E7D2-BBD6-EA03-15579ECDF32B}"/>
          </ac:spMkLst>
        </pc:spChg>
        <pc:spChg chg="mod">
          <ac:chgData name="Shreya Ayireddy" userId="ae91c9062c72a210" providerId="LiveId" clId="{7DE6FBD9-EC60-4886-AC87-D05F6DE261D3}" dt="2024-04-11T16:05:51.191" v="351" actId="1076"/>
          <ac:spMkLst>
            <pc:docMk/>
            <pc:sldMk cId="1468775866" sldId="258"/>
            <ac:spMk id="3" creationId="{A240AF3F-9882-C6E0-8C4D-EFBB28F6B6D0}"/>
          </ac:spMkLst>
        </pc:spChg>
      </pc:sldChg>
      <pc:sldChg chg="addSp delSp modSp new mod">
        <pc:chgData name="Shreya Ayireddy" userId="ae91c9062c72a210" providerId="LiveId" clId="{7DE6FBD9-EC60-4886-AC87-D05F6DE261D3}" dt="2024-03-26T04:26:10.315" v="99" actId="1076"/>
        <pc:sldMkLst>
          <pc:docMk/>
          <pc:sldMk cId="73674827" sldId="265"/>
        </pc:sldMkLst>
        <pc:spChg chg="del">
          <ac:chgData name="Shreya Ayireddy" userId="ae91c9062c72a210" providerId="LiveId" clId="{7DE6FBD9-EC60-4886-AC87-D05F6DE261D3}" dt="2024-03-26T03:49:52.327" v="1" actId="478"/>
          <ac:spMkLst>
            <pc:docMk/>
            <pc:sldMk cId="73674827" sldId="265"/>
            <ac:spMk id="2" creationId="{315D6B79-6630-9168-D828-DE47B24E49E2}"/>
          </ac:spMkLst>
        </pc:spChg>
        <pc:spChg chg="del">
          <ac:chgData name="Shreya Ayireddy" userId="ae91c9062c72a210" providerId="LiveId" clId="{7DE6FBD9-EC60-4886-AC87-D05F6DE261D3}" dt="2024-03-26T03:50:00.030" v="3" actId="478"/>
          <ac:spMkLst>
            <pc:docMk/>
            <pc:sldMk cId="73674827" sldId="265"/>
            <ac:spMk id="3" creationId="{C6B6DD2B-2710-600C-5DDB-5F6DCABFD710}"/>
          </ac:spMkLst>
        </pc:spChg>
        <pc:spChg chg="del">
          <ac:chgData name="Shreya Ayireddy" userId="ae91c9062c72a210" providerId="LiveId" clId="{7DE6FBD9-EC60-4886-AC87-D05F6DE261D3}" dt="2024-03-26T03:49:57.484" v="2" actId="478"/>
          <ac:spMkLst>
            <pc:docMk/>
            <pc:sldMk cId="73674827" sldId="265"/>
            <ac:spMk id="4" creationId="{FB676257-2199-AFB3-AE12-CED31A0B9473}"/>
          </ac:spMkLst>
        </pc:spChg>
        <pc:spChg chg="add mod">
          <ac:chgData name="Shreya Ayireddy" userId="ae91c9062c72a210" providerId="LiveId" clId="{7DE6FBD9-EC60-4886-AC87-D05F6DE261D3}" dt="2024-03-26T04:12:03.091" v="34" actId="20577"/>
          <ac:spMkLst>
            <pc:docMk/>
            <pc:sldMk cId="73674827" sldId="265"/>
            <ac:spMk id="5" creationId="{004D51AF-8FD2-F4E4-86AA-E38A823499EA}"/>
          </ac:spMkLst>
        </pc:spChg>
        <pc:spChg chg="add mod">
          <ac:chgData name="Shreya Ayireddy" userId="ae91c9062c72a210" providerId="LiveId" clId="{7DE6FBD9-EC60-4886-AC87-D05F6DE261D3}" dt="2024-03-26T04:25:57.584" v="98" actId="20577"/>
          <ac:spMkLst>
            <pc:docMk/>
            <pc:sldMk cId="73674827" sldId="265"/>
            <ac:spMk id="7" creationId="{7B9F694B-07E6-A12B-E1D0-CA35234D2678}"/>
          </ac:spMkLst>
        </pc:spChg>
        <pc:spChg chg="add mod">
          <ac:chgData name="Shreya Ayireddy" userId="ae91c9062c72a210" providerId="LiveId" clId="{7DE6FBD9-EC60-4886-AC87-D05F6DE261D3}" dt="2024-03-26T04:26:10.315" v="99" actId="1076"/>
          <ac:spMkLst>
            <pc:docMk/>
            <pc:sldMk cId="73674827" sldId="265"/>
            <ac:spMk id="9" creationId="{915FF39B-0FB7-EABF-A390-996D156987A1}"/>
          </ac:spMkLst>
        </pc:spChg>
      </pc:sldChg>
      <pc:sldChg chg="addSp delSp modSp new mod modClrScheme chgLayout">
        <pc:chgData name="Shreya Ayireddy" userId="ae91c9062c72a210" providerId="LiveId" clId="{7DE6FBD9-EC60-4886-AC87-D05F6DE261D3}" dt="2024-03-26T05:06:35.307" v="255" actId="14100"/>
        <pc:sldMkLst>
          <pc:docMk/>
          <pc:sldMk cId="2511824486" sldId="266"/>
        </pc:sldMkLst>
        <pc:spChg chg="del">
          <ac:chgData name="Shreya Ayireddy" userId="ae91c9062c72a210" providerId="LiveId" clId="{7DE6FBD9-EC60-4886-AC87-D05F6DE261D3}" dt="2024-03-26T04:31:54.253" v="101" actId="478"/>
          <ac:spMkLst>
            <pc:docMk/>
            <pc:sldMk cId="2511824486" sldId="266"/>
            <ac:spMk id="2" creationId="{22A574E0-D029-B031-6B3E-AEF9D7013B74}"/>
          </ac:spMkLst>
        </pc:spChg>
        <pc:spChg chg="del">
          <ac:chgData name="Shreya Ayireddy" userId="ae91c9062c72a210" providerId="LiveId" clId="{7DE6FBD9-EC60-4886-AC87-D05F6DE261D3}" dt="2024-03-26T04:31:56.167" v="102" actId="478"/>
          <ac:spMkLst>
            <pc:docMk/>
            <pc:sldMk cId="2511824486" sldId="266"/>
            <ac:spMk id="3" creationId="{EDE50A93-B832-5A7A-C91F-D4DDAED32A11}"/>
          </ac:spMkLst>
        </pc:spChg>
        <pc:spChg chg="del">
          <ac:chgData name="Shreya Ayireddy" userId="ae91c9062c72a210" providerId="LiveId" clId="{7DE6FBD9-EC60-4886-AC87-D05F6DE261D3}" dt="2024-03-26T04:31:59.685" v="103" actId="478"/>
          <ac:spMkLst>
            <pc:docMk/>
            <pc:sldMk cId="2511824486" sldId="266"/>
            <ac:spMk id="4" creationId="{AD074C27-E721-72AC-C770-3F32E2F281D3}"/>
          </ac:spMkLst>
        </pc:spChg>
        <pc:spChg chg="add mod ord">
          <ac:chgData name="Shreya Ayireddy" userId="ae91c9062c72a210" providerId="LiveId" clId="{7DE6FBD9-EC60-4886-AC87-D05F6DE261D3}" dt="2024-03-26T05:04:12.873" v="230" actId="26606"/>
          <ac:spMkLst>
            <pc:docMk/>
            <pc:sldMk cId="2511824486" sldId="266"/>
            <ac:spMk id="5" creationId="{68F17764-7292-646F-471F-80354D0F035D}"/>
          </ac:spMkLst>
        </pc:spChg>
        <pc:spChg chg="add del mod">
          <ac:chgData name="Shreya Ayireddy" userId="ae91c9062c72a210" providerId="LiveId" clId="{7DE6FBD9-EC60-4886-AC87-D05F6DE261D3}" dt="2024-03-26T05:04:01.852" v="221" actId="478"/>
          <ac:spMkLst>
            <pc:docMk/>
            <pc:sldMk cId="2511824486" sldId="266"/>
            <ac:spMk id="7" creationId="{FC1DE438-41BC-4103-0E12-4A3BC8787C90}"/>
          </ac:spMkLst>
        </pc:spChg>
        <pc:spChg chg="add mod">
          <ac:chgData name="Shreya Ayireddy" userId="ae91c9062c72a210" providerId="LiveId" clId="{7DE6FBD9-EC60-4886-AC87-D05F6DE261D3}" dt="2024-03-26T05:06:22.843" v="253" actId="115"/>
          <ac:spMkLst>
            <pc:docMk/>
            <pc:sldMk cId="2511824486" sldId="266"/>
            <ac:spMk id="13" creationId="{B607CE0B-6A66-40D7-D798-08B1FB366540}"/>
          </ac:spMkLst>
        </pc:spChg>
        <pc:spChg chg="add del mod">
          <ac:chgData name="Shreya Ayireddy" userId="ae91c9062c72a210" providerId="LiveId" clId="{7DE6FBD9-EC60-4886-AC87-D05F6DE261D3}" dt="2024-03-26T05:04:09.412" v="227" actId="26606"/>
          <ac:spMkLst>
            <pc:docMk/>
            <pc:sldMk cId="2511824486" sldId="266"/>
            <ac:spMk id="14" creationId="{F1407396-E1BC-3DE4-36F0-493B93049B5A}"/>
          </ac:spMkLst>
        </pc:spChg>
        <pc:picChg chg="add mod">
          <ac:chgData name="Shreya Ayireddy" userId="ae91c9062c72a210" providerId="LiveId" clId="{7DE6FBD9-EC60-4886-AC87-D05F6DE261D3}" dt="2024-03-26T05:04:13.353" v="232"/>
          <ac:picMkLst>
            <pc:docMk/>
            <pc:sldMk cId="2511824486" sldId="266"/>
            <ac:picMk id="9" creationId="{B36BA748-9250-4486-D15E-35E40CE972D1}"/>
          </ac:picMkLst>
        </pc:picChg>
        <pc:picChg chg="add mod">
          <ac:chgData name="Shreya Ayireddy" userId="ae91c9062c72a210" providerId="LiveId" clId="{7DE6FBD9-EC60-4886-AC87-D05F6DE261D3}" dt="2024-03-26T05:06:35.307" v="255" actId="14100"/>
          <ac:picMkLst>
            <pc:docMk/>
            <pc:sldMk cId="2511824486" sldId="266"/>
            <ac:picMk id="11" creationId="{F0D9537A-DFCB-037B-B6B9-B39477232098}"/>
          </ac:picMkLst>
        </pc:picChg>
      </pc:sldChg>
      <pc:sldChg chg="addSp delSp modSp new mod">
        <pc:chgData name="Shreya Ayireddy" userId="ae91c9062c72a210" providerId="LiveId" clId="{7DE6FBD9-EC60-4886-AC87-D05F6DE261D3}" dt="2024-04-04T01:58:04.042" v="322" actId="2711"/>
        <pc:sldMkLst>
          <pc:docMk/>
          <pc:sldMk cId="168913472" sldId="267"/>
        </pc:sldMkLst>
        <pc:spChg chg="del">
          <ac:chgData name="Shreya Ayireddy" userId="ae91c9062c72a210" providerId="LiveId" clId="{7DE6FBD9-EC60-4886-AC87-D05F6DE261D3}" dt="2024-03-26T05:32:37.476" v="257" actId="478"/>
          <ac:spMkLst>
            <pc:docMk/>
            <pc:sldMk cId="168913472" sldId="267"/>
            <ac:spMk id="2" creationId="{49F3B2C5-44C0-7F3C-9728-EE60490C00AE}"/>
          </ac:spMkLst>
        </pc:spChg>
        <pc:spChg chg="del">
          <ac:chgData name="Shreya Ayireddy" userId="ae91c9062c72a210" providerId="LiveId" clId="{7DE6FBD9-EC60-4886-AC87-D05F6DE261D3}" dt="2024-03-26T05:32:40.658" v="258" actId="478"/>
          <ac:spMkLst>
            <pc:docMk/>
            <pc:sldMk cId="168913472" sldId="267"/>
            <ac:spMk id="3" creationId="{48C4B9B1-F037-03DB-A9F2-6792709BE17F}"/>
          </ac:spMkLst>
        </pc:spChg>
        <pc:spChg chg="del">
          <ac:chgData name="Shreya Ayireddy" userId="ae91c9062c72a210" providerId="LiveId" clId="{7DE6FBD9-EC60-4886-AC87-D05F6DE261D3}" dt="2024-03-26T05:32:43.661" v="259" actId="478"/>
          <ac:spMkLst>
            <pc:docMk/>
            <pc:sldMk cId="168913472" sldId="267"/>
            <ac:spMk id="4" creationId="{84EBFD75-B059-C75A-D914-DA2A748E56A4}"/>
          </ac:spMkLst>
        </pc:spChg>
        <pc:spChg chg="mod">
          <ac:chgData name="Shreya Ayireddy" userId="ae91c9062c72a210" providerId="LiveId" clId="{7DE6FBD9-EC60-4886-AC87-D05F6DE261D3}" dt="2024-04-04T01:56:11.533" v="321" actId="255"/>
          <ac:spMkLst>
            <pc:docMk/>
            <pc:sldMk cId="168913472" sldId="267"/>
            <ac:spMk id="6" creationId="{AF82EA7D-9057-7A8E-E506-E4DAFDA5D07C}"/>
          </ac:spMkLst>
        </pc:spChg>
        <pc:spChg chg="add">
          <ac:chgData name="Shreya Ayireddy" userId="ae91c9062c72a210" providerId="LiveId" clId="{7DE6FBD9-EC60-4886-AC87-D05F6DE261D3}" dt="2024-03-26T05:44:08.739" v="282"/>
          <ac:spMkLst>
            <pc:docMk/>
            <pc:sldMk cId="168913472" sldId="267"/>
            <ac:spMk id="11" creationId="{35B551C6-9C6B-388F-FED1-F40DCBAB6517}"/>
          </ac:spMkLst>
        </pc:spChg>
        <pc:spChg chg="add">
          <ac:chgData name="Shreya Ayireddy" userId="ae91c9062c72a210" providerId="LiveId" clId="{7DE6FBD9-EC60-4886-AC87-D05F6DE261D3}" dt="2024-03-26T05:44:17.622" v="283"/>
          <ac:spMkLst>
            <pc:docMk/>
            <pc:sldMk cId="168913472" sldId="267"/>
            <ac:spMk id="12" creationId="{3897BC7D-FFFE-5640-5872-34FCBC223ED9}"/>
          </ac:spMkLst>
        </pc:spChg>
        <pc:spChg chg="add del mod">
          <ac:chgData name="Shreya Ayireddy" userId="ae91c9062c72a210" providerId="LiveId" clId="{7DE6FBD9-EC60-4886-AC87-D05F6DE261D3}" dt="2024-03-26T05:49:02.362" v="290"/>
          <ac:spMkLst>
            <pc:docMk/>
            <pc:sldMk cId="168913472" sldId="267"/>
            <ac:spMk id="13" creationId="{FC6F5C1F-0670-2B12-4F2C-F570BEFEC882}"/>
          </ac:spMkLst>
        </pc:spChg>
        <pc:spChg chg="add">
          <ac:chgData name="Shreya Ayireddy" userId="ae91c9062c72a210" providerId="LiveId" clId="{7DE6FBD9-EC60-4886-AC87-D05F6DE261D3}" dt="2024-03-26T05:44:26.783" v="285"/>
          <ac:spMkLst>
            <pc:docMk/>
            <pc:sldMk cId="168913472" sldId="267"/>
            <ac:spMk id="14" creationId="{5E16D1B6-5043-3B0B-F0F2-FB3B5454BA7F}"/>
          </ac:spMkLst>
        </pc:spChg>
        <pc:spChg chg="add mod">
          <ac:chgData name="Shreya Ayireddy" userId="ae91c9062c72a210" providerId="LiveId" clId="{7DE6FBD9-EC60-4886-AC87-D05F6DE261D3}" dt="2024-04-04T01:58:04.042" v="322" actId="2711"/>
          <ac:spMkLst>
            <pc:docMk/>
            <pc:sldMk cId="168913472" sldId="267"/>
            <ac:spMk id="15" creationId="{1A230635-C705-B1E6-B6FB-380F6D0BA2B3}"/>
          </ac:spMkLst>
        </pc:spChg>
        <pc:picChg chg="add del">
          <ac:chgData name="Shreya Ayireddy" userId="ae91c9062c72a210" providerId="LiveId" clId="{7DE6FBD9-EC60-4886-AC87-D05F6DE261D3}" dt="2024-03-26T05:32:52.656" v="261" actId="478"/>
          <ac:picMkLst>
            <pc:docMk/>
            <pc:sldMk cId="168913472" sldId="267"/>
            <ac:picMk id="6" creationId="{D98C04BE-22CD-ADD9-FC85-B4A8F1CCCE75}"/>
          </ac:picMkLst>
        </pc:picChg>
        <pc:picChg chg="add del mod">
          <ac:chgData name="Shreya Ayireddy" userId="ae91c9062c72a210" providerId="LiveId" clId="{7DE6FBD9-EC60-4886-AC87-D05F6DE261D3}" dt="2024-03-26T05:33:22.650" v="265" actId="478"/>
          <ac:picMkLst>
            <pc:docMk/>
            <pc:sldMk cId="168913472" sldId="267"/>
            <ac:picMk id="8" creationId="{27B8DAED-7D43-2C74-2D14-6284386BE8B2}"/>
          </ac:picMkLst>
        </pc:picChg>
        <pc:picChg chg="add mod">
          <ac:chgData name="Shreya Ayireddy" userId="ae91c9062c72a210" providerId="LiveId" clId="{7DE6FBD9-EC60-4886-AC87-D05F6DE261D3}" dt="2024-03-26T05:49:01.156" v="288" actId="1076"/>
          <ac:picMkLst>
            <pc:docMk/>
            <pc:sldMk cId="168913472" sldId="267"/>
            <ac:picMk id="10" creationId="{45C00F10-80E2-3704-3B69-93DC1AB12EC5}"/>
          </ac:picMkLst>
        </pc:picChg>
      </pc:sldChg>
      <pc:sldChg chg="modSp mod">
        <pc:chgData name="Shreya Ayireddy" userId="ae91c9062c72a210" providerId="LiveId" clId="{7DE6FBD9-EC60-4886-AC87-D05F6DE261D3}" dt="2024-04-04T01:58:51.416" v="325" actId="1076"/>
        <pc:sldMkLst>
          <pc:docMk/>
          <pc:sldMk cId="3719648811" sldId="268"/>
        </pc:sldMkLst>
        <pc:spChg chg="mod">
          <ac:chgData name="Shreya Ayireddy" userId="ae91c9062c72a210" providerId="LiveId" clId="{7DE6FBD9-EC60-4886-AC87-D05F6DE261D3}" dt="2024-04-04T01:58:51.416" v="325" actId="1076"/>
          <ac:spMkLst>
            <pc:docMk/>
            <pc:sldMk cId="3719648811" sldId="268"/>
            <ac:spMk id="5" creationId="{0418439E-C826-1663-ADD1-15942B92CC58}"/>
          </ac:spMkLst>
        </pc:spChg>
      </pc:sldChg>
      <pc:sldChg chg="modSp new mod">
        <pc:chgData name="Shreya Ayireddy" userId="ae91c9062c72a210" providerId="LiveId" clId="{7DE6FBD9-EC60-4886-AC87-D05F6DE261D3}" dt="2024-04-11T16:08:06.820" v="359" actId="1076"/>
        <pc:sldMkLst>
          <pc:docMk/>
          <pc:sldMk cId="1498383939" sldId="275"/>
        </pc:sldMkLst>
        <pc:spChg chg="mod">
          <ac:chgData name="Shreya Ayireddy" userId="ae91c9062c72a210" providerId="LiveId" clId="{7DE6FBD9-EC60-4886-AC87-D05F6DE261D3}" dt="2024-04-11T16:04:08.347" v="341" actId="20577"/>
          <ac:spMkLst>
            <pc:docMk/>
            <pc:sldMk cId="1498383939" sldId="275"/>
            <ac:spMk id="2" creationId="{B13101E6-DA1C-A299-9EEE-768BC1830BF4}"/>
          </ac:spMkLst>
        </pc:spChg>
        <pc:spChg chg="mod">
          <ac:chgData name="Shreya Ayireddy" userId="ae91c9062c72a210" providerId="LiveId" clId="{7DE6FBD9-EC60-4886-AC87-D05F6DE261D3}" dt="2024-04-11T16:08:06.820" v="359" actId="1076"/>
          <ac:spMkLst>
            <pc:docMk/>
            <pc:sldMk cId="1498383939" sldId="275"/>
            <ac:spMk id="3" creationId="{9FFA1DA9-5D24-87C3-3E1B-AC72A30AA7C5}"/>
          </ac:spMkLst>
        </pc:spChg>
      </pc:sldChg>
      <pc:sldChg chg="addSp delSp modSp new mod ord modClrScheme chgLayout">
        <pc:chgData name="Shreya Ayireddy" userId="ae91c9062c72a210" providerId="LiveId" clId="{7DE6FBD9-EC60-4886-AC87-D05F6DE261D3}" dt="2024-04-11T23:29:42" v="402" actId="1076"/>
        <pc:sldMkLst>
          <pc:docMk/>
          <pc:sldMk cId="4033109096" sldId="276"/>
        </pc:sldMkLst>
        <pc:spChg chg="mod">
          <ac:chgData name="Shreya Ayireddy" userId="ae91c9062c72a210" providerId="LiveId" clId="{7DE6FBD9-EC60-4886-AC87-D05F6DE261D3}" dt="2024-04-11T23:29:31.505" v="398" actId="1076"/>
          <ac:spMkLst>
            <pc:docMk/>
            <pc:sldMk cId="4033109096" sldId="276"/>
            <ac:spMk id="2" creationId="{F7E4F338-FBC7-9509-78D5-2978D851F064}"/>
          </ac:spMkLst>
        </pc:spChg>
        <pc:spChg chg="del">
          <ac:chgData name="Shreya Ayireddy" userId="ae91c9062c72a210" providerId="LiveId" clId="{7DE6FBD9-EC60-4886-AC87-D05F6DE261D3}" dt="2024-04-11T23:28:53.681" v="386" actId="478"/>
          <ac:spMkLst>
            <pc:docMk/>
            <pc:sldMk cId="4033109096" sldId="276"/>
            <ac:spMk id="3" creationId="{70A23771-B6FB-E464-F92E-0AF20AB10067}"/>
          </ac:spMkLst>
        </pc:spChg>
        <pc:spChg chg="del">
          <ac:chgData name="Shreya Ayireddy" userId="ae91c9062c72a210" providerId="LiveId" clId="{7DE6FBD9-EC60-4886-AC87-D05F6DE261D3}" dt="2024-04-11T23:28:59.027" v="387" actId="478"/>
          <ac:spMkLst>
            <pc:docMk/>
            <pc:sldMk cId="4033109096" sldId="276"/>
            <ac:spMk id="4" creationId="{8CD50B1B-5CCB-CF07-42BF-57BAC8508157}"/>
          </ac:spMkLst>
        </pc:spChg>
        <pc:picChg chg="add mod">
          <ac:chgData name="Shreya Ayireddy" userId="ae91c9062c72a210" providerId="LiveId" clId="{7DE6FBD9-EC60-4886-AC87-D05F6DE261D3}" dt="2024-04-11T23:29:42" v="402" actId="1076"/>
          <ac:picMkLst>
            <pc:docMk/>
            <pc:sldMk cId="4033109096" sldId="276"/>
            <ac:picMk id="6" creationId="{30D4D998-06F5-CC32-6766-9526DFA158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F2C5D-BBF4-4D0D-B830-3709558C3D76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73939-575F-4D13-B905-C9F18A1DA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2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73939-575F-4D13-B905-C9F18A1DA5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69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73939-575F-4D13-B905-C9F18A1DA5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18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73939-575F-4D13-B905-C9F18A1DA5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4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73939-575F-4D13-B905-C9F18A1DA5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57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73939-575F-4D13-B905-C9F18A1DA5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7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338745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307351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99795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51426"/>
            <a:ext cx="4038600" cy="317339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51426"/>
            <a:ext cx="4038600" cy="317339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76781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397255"/>
            <a:ext cx="4040188" cy="4362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99" y="1989969"/>
            <a:ext cx="4040188" cy="26940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97255"/>
            <a:ext cx="4041775" cy="4362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89969"/>
            <a:ext cx="4041775" cy="26940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220580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253554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141080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9122"/>
            <a:ext cx="3008313" cy="7773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79122"/>
            <a:ext cx="5111750" cy="39155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9519"/>
            <a:ext cx="3008313" cy="29851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237343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58517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17648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83570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03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64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10179"/>
            <a:ext cx="8229600" cy="298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3C41C-A487-0C45-A261-16903102544D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URL</a:t>
            </a:r>
          </a:p>
        </p:txBody>
      </p:sp>
      <p:pic>
        <p:nvPicPr>
          <p:cNvPr id="7" name="Picture 6" descr="MD-flag-background-ppt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71500"/>
          </a:xfrm>
          <a:prstGeom prst="rect">
            <a:avLst/>
          </a:prstGeom>
        </p:spPr>
      </p:pic>
      <p:pic>
        <p:nvPicPr>
          <p:cNvPr id="8" name="Picture 7" descr="UMBC-primary-logo-CMYK-on-black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87" y="86177"/>
            <a:ext cx="1749252" cy="402989"/>
          </a:xfrm>
          <a:prstGeom prst="rect">
            <a:avLst/>
          </a:prstGeom>
        </p:spPr>
      </p:pic>
      <p:pic>
        <p:nvPicPr>
          <p:cNvPr id="10" name="Picture 9" descr="corner-element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18" y="3901058"/>
            <a:ext cx="1224081" cy="1242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290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4.xml"/><Relationship Id="rId7" Type="http://schemas.openxmlformats.org/officeDocument/2006/relationships/hyperlink" Target="https://doi.org/10.1023/A:1022627411411" TargetMode="Externa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hyperlink" Target="https://docs.streamlit.io/" TargetMode="External"/><Relationship Id="rId5" Type="http://schemas.openxmlformats.org/officeDocument/2006/relationships/hyperlink" Target="https://jair.org/index.php/jair/article/view/10302" TargetMode="External"/><Relationship Id="rId4" Type="http://schemas.openxmlformats.org/officeDocument/2006/relationships/hyperlink" Target="https://www.oreilly.com/library/view/natural-language-processing/978059680334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BA3C28-0449-8252-05F9-F29F366AC567}"/>
              </a:ext>
            </a:extLst>
          </p:cNvPr>
          <p:cNvSpPr txBox="1"/>
          <p:nvPr/>
        </p:nvSpPr>
        <p:spPr>
          <a:xfrm>
            <a:off x="-767080" y="898761"/>
            <a:ext cx="10678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solidFill>
                  <a:srgbClr val="0D0D0D"/>
                </a:solidFill>
                <a:effectLst/>
              </a:rPr>
              <a:t>Title: Fake News Detection using SVM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56605-A0F8-E1F7-304B-71F5351F4C15}"/>
              </a:ext>
            </a:extLst>
          </p:cNvPr>
          <p:cNvSpPr txBox="1"/>
          <p:nvPr/>
        </p:nvSpPr>
        <p:spPr>
          <a:xfrm>
            <a:off x="837518" y="1903878"/>
            <a:ext cx="7152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0" dirty="0">
                <a:solidFill>
                  <a:srgbClr val="1F2328"/>
                </a:solidFill>
                <a:effectLst/>
              </a:rPr>
              <a:t>UMBC Data Science :DATA 606</a:t>
            </a:r>
          </a:p>
          <a:p>
            <a:pPr algn="ctr"/>
            <a:r>
              <a:rPr lang="en-US" i="0" dirty="0">
                <a:solidFill>
                  <a:srgbClr val="1F2328"/>
                </a:solidFill>
                <a:effectLst/>
              </a:rPr>
              <a:t>Dr. </a:t>
            </a:r>
            <a:r>
              <a:rPr lang="en-US" i="0" dirty="0" err="1">
                <a:solidFill>
                  <a:srgbClr val="1F2328"/>
                </a:solidFill>
                <a:effectLst/>
              </a:rPr>
              <a:t>Chaojie</a:t>
            </a:r>
            <a:r>
              <a:rPr lang="en-US" i="0" dirty="0">
                <a:solidFill>
                  <a:srgbClr val="1F2328"/>
                </a:solidFill>
                <a:effectLst/>
              </a:rPr>
              <a:t> (Jay) Wang</a:t>
            </a:r>
          </a:p>
          <a:p>
            <a:pPr algn="ctr"/>
            <a:endParaRPr lang="en-US" dirty="0">
              <a:solidFill>
                <a:srgbClr val="1F2328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DE035-A8A6-D295-31BE-32242CEC54A1}"/>
              </a:ext>
            </a:extLst>
          </p:cNvPr>
          <p:cNvSpPr txBox="1"/>
          <p:nvPr/>
        </p:nvSpPr>
        <p:spPr>
          <a:xfrm>
            <a:off x="217758" y="3066174"/>
            <a:ext cx="8392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1F2328"/>
                </a:solidFill>
                <a:effectLst/>
              </a:rPr>
              <a:t>Author Name:</a:t>
            </a:r>
            <a:r>
              <a:rPr lang="en-US" b="0" i="0" dirty="0">
                <a:solidFill>
                  <a:srgbClr val="1F2328"/>
                </a:solidFill>
                <a:effectLst/>
              </a:rPr>
              <a:t> Saivarun Kotha</a:t>
            </a:r>
          </a:p>
          <a:p>
            <a:pPr algn="ctr"/>
            <a:r>
              <a:rPr lang="en-US" dirty="0">
                <a:solidFill>
                  <a:srgbClr val="1F2328"/>
                </a:solidFill>
              </a:rPr>
              <a:t>               fw61697</a:t>
            </a:r>
            <a:endParaRPr lang="en-US" b="0" i="0" dirty="0">
              <a:solidFill>
                <a:srgbClr val="1F232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940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39"/>
    </mc:Choice>
    <mc:Fallback xmlns="">
      <p:transition spd="slow" advTm="81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033A50-8666-BB98-F018-B64E91E8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3263"/>
            <a:ext cx="8229600" cy="642937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Introduction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2FD7D5-81FE-9DF3-5A7D-E42E72317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848"/>
            <a:ext cx="8229600" cy="29845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What is Fake News?</a:t>
            </a:r>
            <a:br>
              <a:rPr lang="en-US" sz="1600" dirty="0"/>
            </a:br>
            <a:r>
              <a:rPr lang="en-US" sz="1600" dirty="0"/>
              <a:t>Fake news refers to misinformation that are deliberately spread to deceive people. It often mimics legitimate news but contains misleading or fabricated information.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The Problem and Impact</a:t>
            </a:r>
            <a:br>
              <a:rPr lang="en-US" sz="1600" dirty="0"/>
            </a:br>
            <a:r>
              <a:rPr lang="en-US" sz="1600" dirty="0"/>
              <a:t>With the rise of social media and digital platforms, fake news has become a significant issue, influencing public opinion, spreading misinformation, and causing real-world consequences. Detecting fake news effectively can help reduce its impact and prevent misinformation from spreading further.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613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40"/>
    </mc:Choice>
    <mc:Fallback xmlns="">
      <p:transition spd="slow" advTm="2224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4CD8-A67F-C911-2C50-E47E62B49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EC234-A3CE-E0F5-281F-372393AC5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0179"/>
            <a:ext cx="8480066" cy="2984444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defRPr sz="1800"/>
            </a:pPr>
            <a:r>
              <a:rPr lang="en-US" sz="1600" b="1" dirty="0"/>
              <a:t>Classify News Articles</a:t>
            </a:r>
            <a:r>
              <a:rPr lang="en-US" sz="1600" dirty="0"/>
              <a:t>: Develop a machine learning model to classify news articles as "Real" or "Fake".</a:t>
            </a:r>
          </a:p>
          <a:p>
            <a:pPr>
              <a:lnSpc>
                <a:spcPct val="200000"/>
              </a:lnSpc>
              <a:defRPr sz="1800"/>
            </a:pPr>
            <a:r>
              <a:rPr lang="en-US" sz="1600" b="1" dirty="0"/>
              <a:t>Feature Extraction</a:t>
            </a:r>
            <a:r>
              <a:rPr lang="en-US" sz="1600" dirty="0"/>
              <a:t>: Use </a:t>
            </a:r>
            <a:r>
              <a:rPr lang="en-US" sz="1600" dirty="0" err="1"/>
              <a:t>TfidfVectorizer</a:t>
            </a:r>
            <a:r>
              <a:rPr lang="en-US" sz="1600" dirty="0"/>
              <a:t> to convert text into numerical features for modeling.</a:t>
            </a:r>
          </a:p>
          <a:p>
            <a:pPr>
              <a:lnSpc>
                <a:spcPct val="200000"/>
              </a:lnSpc>
              <a:defRPr sz="1800"/>
            </a:pPr>
            <a:r>
              <a:rPr lang="en-US" sz="1600" b="1" dirty="0"/>
              <a:t>Model Selection</a:t>
            </a:r>
            <a:r>
              <a:rPr lang="en-US" sz="1600" dirty="0"/>
              <a:t>: Train and evaluate an effective classifier using Support Vector Machine (SVM).</a:t>
            </a:r>
          </a:p>
          <a:p>
            <a:pPr>
              <a:lnSpc>
                <a:spcPct val="200000"/>
              </a:lnSpc>
              <a:defRPr sz="1800"/>
            </a:pPr>
            <a:r>
              <a:rPr lang="en-US" sz="1600" b="1" dirty="0"/>
              <a:t>Interactive Application</a:t>
            </a:r>
            <a:r>
              <a:rPr lang="en-US" sz="1600" dirty="0"/>
              <a:t>: Deploy a </a:t>
            </a:r>
            <a:r>
              <a:rPr lang="en-US" sz="1600" dirty="0" err="1"/>
              <a:t>Streamlit</a:t>
            </a:r>
            <a:r>
              <a:rPr lang="en-US" sz="1600" dirty="0"/>
              <a:t> app to allow real-time prediction of news authenticity.</a:t>
            </a:r>
          </a:p>
        </p:txBody>
      </p:sp>
    </p:spTree>
    <p:extLst>
      <p:ext uri="{BB962C8B-B14F-4D97-AF65-F5344CB8AC3E}">
        <p14:creationId xmlns:p14="http://schemas.microsoft.com/office/powerpoint/2010/main" val="201668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A51F-E7D2-BBD6-EA03-15579ECD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3885"/>
            <a:ext cx="8229600" cy="644065"/>
          </a:xfrm>
        </p:spPr>
        <p:txBody>
          <a:bodyPr>
            <a:noAutofit/>
          </a:bodyPr>
          <a:lstStyle/>
          <a:p>
            <a:r>
              <a:rPr lang="en-US" sz="4000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0AF3F-9882-C6E0-8C4D-EFBB28F6B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0027"/>
            <a:ext cx="8229600" cy="29844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The dataset features two key columns: text (the article content) and label (either "Real" or "Fake"). The dataset is used to train a machine learning model to identify patterns in news articles that indicate authenticity.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 text column provides rich content for feature extraction using </a:t>
            </a:r>
            <a:r>
              <a:rPr lang="en-US" sz="1600" dirty="0" err="1"/>
              <a:t>TfidfVectorizer</a:t>
            </a:r>
            <a:r>
              <a:rPr lang="en-US" sz="1600" dirty="0"/>
              <a:t>, while the label column enables supervised learning. Challenges such as class imbalance are addressed through appropriate preprocessing, making this dataset an ideal basis for training a Support Vector Machine (SVM) model for fake news detection.</a:t>
            </a: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877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02"/>
    </mc:Choice>
    <mc:Fallback xmlns="">
      <p:transition spd="slow" advTm="3390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01E6-DA1C-A299-9EEE-768BC183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About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A1DA9-5D24-87C3-3E1B-AC72A30AA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8747"/>
            <a:ext cx="8229600" cy="317335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Dataset</a:t>
            </a:r>
            <a:r>
              <a:rPr lang="en-US" sz="1600" dirty="0"/>
              <a:t>: </a:t>
            </a:r>
            <a:r>
              <a:rPr lang="en-US" sz="1600" dirty="0" err="1"/>
              <a:t>fake_and_real_news.csv</a:t>
            </a:r>
            <a:endParaRPr lang="en-US" sz="16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Number of Articles</a:t>
            </a:r>
            <a:r>
              <a:rPr lang="en-US" sz="1600" dirty="0"/>
              <a:t>: Approximately 20,000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Features</a:t>
            </a:r>
            <a:r>
              <a:rPr lang="en-US" sz="1600" dirty="0"/>
              <a:t>: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Text</a:t>
            </a:r>
            <a:r>
              <a:rPr lang="en-US" sz="1500" dirty="0"/>
              <a:t>: Contains the content of news articles.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Label</a:t>
            </a:r>
            <a:r>
              <a:rPr lang="en-US" sz="1500" dirty="0"/>
              <a:t>: Indicates whether the article is "Real" or "Fake".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Purpose</a:t>
            </a:r>
            <a:r>
              <a:rPr lang="en-US" sz="1600" dirty="0"/>
              <a:t>: To train and evaluate a machine learning model for detecting fake news based on textual data.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838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1"/>
    </mc:Choice>
    <mc:Fallback xmlns="">
      <p:transition spd="slow" advTm="1319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3F21-E9C3-F16C-5466-A888FFD7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704"/>
            <a:ext cx="8229600" cy="64406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Data Dictionary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A5A6E0-B831-324E-D7D8-8B2ED7F74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49998"/>
            <a:ext cx="8229600" cy="32448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Text</a:t>
            </a:r>
            <a:r>
              <a:rPr lang="en-US" sz="1600" dirty="0"/>
              <a:t>: The full content of each news article. This is the primary feature used for classification.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Label</a:t>
            </a:r>
            <a:r>
              <a:rPr lang="en-US" sz="1600" dirty="0"/>
              <a:t>: Indicates whether the article is "Real" or "Fake". This is the target variable for supervised learning.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Target Variable</a:t>
            </a:r>
            <a:r>
              <a:rPr lang="en-US" sz="1600" dirty="0"/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Label</a:t>
            </a:r>
            <a:r>
              <a:rPr lang="en-US" sz="1600" dirty="0"/>
              <a:t>: Used to train the model to classify news articles.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Features for Modeling</a:t>
            </a:r>
            <a:r>
              <a:rPr lang="en-US" sz="1600" dirty="0"/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TF-IDF Features</a:t>
            </a:r>
            <a:r>
              <a:rPr lang="en-US" sz="1600" dirty="0"/>
              <a:t>: Extracted from the text column to convert raw text into numerical vectors that the model can process.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2597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7FA4B7-DED9-20E2-98CB-F99E7611B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7192"/>
            <a:ext cx="8229600" cy="644065"/>
          </a:xfrm>
        </p:spPr>
        <p:txBody>
          <a:bodyPr>
            <a:normAutofit/>
          </a:bodyPr>
          <a:lstStyle/>
          <a:p>
            <a:r>
              <a:rPr lang="en-US" sz="2400" dirty="0"/>
              <a:t>Exploratory Data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67F926-B23E-C0BC-3DAA-A3E424093C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271307"/>
            <a:ext cx="3661576" cy="1542252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FD80F9-5012-378B-8E43-3D1429E3E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80" y="3024898"/>
            <a:ext cx="3399033" cy="15201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3911F3-A898-4BC1-9F67-245B91062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868" y="1089329"/>
            <a:ext cx="4601085" cy="18447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64DFA7-BBE5-25F3-BEB3-3FF2C77C7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657" y="3024898"/>
            <a:ext cx="4480956" cy="166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8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59"/>
    </mc:Choice>
    <mc:Fallback xmlns="">
      <p:transition spd="slow" advTm="3465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2BB861-4843-36D9-C4DD-5382026BA2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6367" y="972382"/>
            <a:ext cx="4694075" cy="2041050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65A42B-3604-74AB-2C6A-29C7E62AE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74" y="3013432"/>
            <a:ext cx="4762831" cy="21300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D331D6-914F-DF9B-A011-A61603D26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904" y="1202732"/>
            <a:ext cx="4079021" cy="315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0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01E6-DA1C-A299-9EEE-768BC183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A1DA9-5D24-87C3-3E1B-AC72A30AA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8748"/>
            <a:ext cx="8229600" cy="3187102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Text Cleaning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Removed non-word characters, punctuation, and converted all text to lowercase for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Handling Missing Values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Verified that no rows had missing values in the text or label 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Feature Extraction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Used </a:t>
            </a:r>
            <a:r>
              <a:rPr lang="en-US" sz="1600" dirty="0" err="1"/>
              <a:t>TfidfVectorizer</a:t>
            </a:r>
            <a:r>
              <a:rPr lang="en-US" sz="1600" dirty="0"/>
              <a:t> to convert textual content into numerical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to 35,910 features to effectively represent the articles while reducing dimensionality.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Class Imbalance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Addressed potential class imbalance by adjusting dataset sampling to ensure fair representation of "Real" and "Fake" articles.</a:t>
            </a:r>
          </a:p>
        </p:txBody>
      </p:sp>
    </p:spTree>
    <p:extLst>
      <p:ext uri="{BB962C8B-B14F-4D97-AF65-F5344CB8AC3E}">
        <p14:creationId xmlns:p14="http://schemas.microsoft.com/office/powerpoint/2010/main" val="393112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1"/>
    </mc:Choice>
    <mc:Fallback xmlns="">
      <p:transition spd="slow" advTm="1319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F17764-7292-646F-471F-80354D0F035D}"/>
              </a:ext>
            </a:extLst>
          </p:cNvPr>
          <p:cNvSpPr txBox="1"/>
          <p:nvPr/>
        </p:nvSpPr>
        <p:spPr>
          <a:xfrm>
            <a:off x="365579" y="1525309"/>
            <a:ext cx="742133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Data Split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Split the dataset into </a:t>
            </a:r>
            <a:r>
              <a:rPr lang="en-US" sz="1600" b="1" dirty="0"/>
              <a:t>80% training</a:t>
            </a:r>
            <a:r>
              <a:rPr lang="en-US" sz="1600" dirty="0"/>
              <a:t> and </a:t>
            </a:r>
            <a:r>
              <a:rPr lang="en-US" sz="1600" b="1" dirty="0"/>
              <a:t>20% testing</a:t>
            </a:r>
            <a:r>
              <a:rPr lang="en-US" sz="1600" dirty="0"/>
              <a:t> sets to ensure effective training and unbiased evaluation.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Handling Class Imbalance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Applied </a:t>
            </a:r>
            <a:r>
              <a:rPr lang="en-US" sz="1600" b="1" dirty="0"/>
              <a:t>SMOTE (Synthetic Minority Over-sampling Technique)</a:t>
            </a:r>
            <a:r>
              <a:rPr lang="en-US" sz="1600" dirty="0"/>
              <a:t> to balance the dataset by generating synthetic samples of the minority class ("Fake" articles).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This ensured fair representation of both "Real" and "Fake" articles during model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Model Used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Support Vector Machine (SVM)</a:t>
            </a:r>
            <a:r>
              <a:rPr lang="en-US" sz="1600" dirty="0"/>
              <a:t> classifier was chosen due to its effectiveness in high-dimensional feature spaces, making it suitable for text classification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ADAC0A-39EC-5953-788F-CF50C3C1E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644065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Training </a:t>
            </a:r>
          </a:p>
        </p:txBody>
      </p:sp>
    </p:spTree>
    <p:extLst>
      <p:ext uri="{BB962C8B-B14F-4D97-AF65-F5344CB8AC3E}">
        <p14:creationId xmlns:p14="http://schemas.microsoft.com/office/powerpoint/2010/main" val="251182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32"/>
    </mc:Choice>
    <mc:Fallback xmlns="">
      <p:transition spd="slow" advTm="1763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F17764-7292-646F-471F-80354D0F035D}"/>
              </a:ext>
            </a:extLst>
          </p:cNvPr>
          <p:cNvSpPr txBox="1"/>
          <p:nvPr/>
        </p:nvSpPr>
        <p:spPr>
          <a:xfrm>
            <a:off x="644979" y="1028699"/>
            <a:ext cx="74213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Training Process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Trained the SVM model using </a:t>
            </a:r>
            <a:r>
              <a:rPr lang="en-US" sz="1600" b="1" dirty="0"/>
              <a:t>TF-IDF feature vectors</a:t>
            </a:r>
            <a:r>
              <a:rPr lang="en-US" sz="1600" dirty="0"/>
              <a:t> generated from the text of the news articles.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model learned to distinguish between real and fake news based on linguistic and content patterns captured in the TF-IDF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Saving the Model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Saved the </a:t>
            </a:r>
            <a:r>
              <a:rPr lang="en-US" sz="1600" b="1" dirty="0"/>
              <a:t>trained SVM model</a:t>
            </a:r>
            <a:r>
              <a:rPr lang="en-US" sz="1600" dirty="0"/>
              <a:t> and </a:t>
            </a:r>
            <a:r>
              <a:rPr lang="en-US" sz="1600" b="1" dirty="0"/>
              <a:t>TF-IDF vectorizer</a:t>
            </a:r>
            <a:r>
              <a:rPr lang="en-US" sz="1600" dirty="0"/>
              <a:t> as .</a:t>
            </a:r>
            <a:r>
              <a:rPr lang="en-US" sz="1600" dirty="0" err="1"/>
              <a:t>pkl</a:t>
            </a:r>
            <a:r>
              <a:rPr lang="en-US" sz="1600" dirty="0"/>
              <a:t> files (</a:t>
            </a:r>
            <a:r>
              <a:rPr lang="en-US" sz="1600" dirty="0" err="1"/>
              <a:t>svm_model.pkl</a:t>
            </a:r>
            <a:r>
              <a:rPr lang="en-US" sz="1600" dirty="0"/>
              <a:t> and </a:t>
            </a:r>
            <a:r>
              <a:rPr lang="en-US" sz="1600" dirty="0" err="1"/>
              <a:t>tfidf_vectorizer.pkl</a:t>
            </a:r>
            <a:r>
              <a:rPr lang="en-US" sz="1600" dirty="0"/>
              <a:t>) for use in deployment and real-time prediction.</a:t>
            </a:r>
          </a:p>
        </p:txBody>
      </p:sp>
    </p:spTree>
    <p:extLst>
      <p:ext uri="{BB962C8B-B14F-4D97-AF65-F5344CB8AC3E}">
        <p14:creationId xmlns:p14="http://schemas.microsoft.com/office/powerpoint/2010/main" val="334318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32"/>
    </mc:Choice>
    <mc:Fallback xmlns="">
      <p:transition spd="slow" advTm="1763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18439E-C826-1663-ADD1-15942B92CC58}"/>
              </a:ext>
            </a:extLst>
          </p:cNvPr>
          <p:cNvSpPr/>
          <p:nvPr/>
        </p:nvSpPr>
        <p:spPr>
          <a:xfrm>
            <a:off x="406398" y="578105"/>
            <a:ext cx="791845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 err="1"/>
              <a:t>Streamlit</a:t>
            </a:r>
            <a:r>
              <a:rPr lang="en-US" sz="4000" dirty="0"/>
              <a:t> Application Overview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5E6C5D-0912-84C6-1553-577491A2D72C}"/>
              </a:ext>
            </a:extLst>
          </p:cNvPr>
          <p:cNvSpPr txBox="1"/>
          <p:nvPr/>
        </p:nvSpPr>
        <p:spPr>
          <a:xfrm>
            <a:off x="406398" y="1270000"/>
            <a:ext cx="7996921" cy="372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Interactive Interface</a:t>
            </a:r>
            <a:r>
              <a:rPr lang="en-US" sz="1600" dirty="0"/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Allows users to input custom text to check if it is "Real" or "Fake" news.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Real-Time Prediction</a:t>
            </a:r>
            <a:r>
              <a:rPr lang="en-US" sz="1600" dirty="0"/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Uses the trained </a:t>
            </a:r>
            <a:r>
              <a:rPr lang="en-US" sz="1600" b="1" dirty="0"/>
              <a:t>SVM model</a:t>
            </a:r>
            <a:r>
              <a:rPr lang="en-US" sz="1600" dirty="0"/>
              <a:t> and </a:t>
            </a:r>
            <a:r>
              <a:rPr lang="en-US" sz="1600" b="1" dirty="0"/>
              <a:t>TF-IDF vectorizer</a:t>
            </a:r>
            <a:r>
              <a:rPr lang="en-US" sz="1600" dirty="0"/>
              <a:t> to classify articles in real time.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User-Friendly Design</a:t>
            </a:r>
            <a:r>
              <a:rPr lang="en-US" sz="1600" dirty="0"/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Easy-to-use interface built with </a:t>
            </a:r>
            <a:r>
              <a:rPr lang="en-US" sz="1600" b="1" dirty="0" err="1"/>
              <a:t>Streamlit</a:t>
            </a:r>
            <a:r>
              <a:rPr lang="en-US" sz="1600" dirty="0"/>
              <a:t>, providing immediate feedback on the authenticity of news.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Purpose</a:t>
            </a:r>
            <a:r>
              <a:rPr lang="en-US" sz="1600" dirty="0"/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Demonstrates practical use of the fake news detection model for broader accessibility and real-world application.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BE2868-BB90-B4F6-CD8C-D96B118EB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49" y="3256830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9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66"/>
    </mc:Choice>
    <mc:Fallback xmlns="">
      <p:transition spd="slow" advTm="1046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7431F-58E9-71C0-3CF7-3AA5508F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Streamlit</a:t>
            </a:r>
            <a:r>
              <a:rPr lang="en-US" dirty="0"/>
              <a:t> 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63A9AF-047B-F3D0-3A76-07F7F6105C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0511" t="2174" r="22885" b="30562"/>
          <a:stretch/>
        </p:blipFill>
        <p:spPr>
          <a:xfrm>
            <a:off x="325480" y="1346709"/>
            <a:ext cx="4172369" cy="327767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B1E0937-545F-CAA7-D9F1-A3A66144BE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16470" y="1439187"/>
            <a:ext cx="4102050" cy="318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65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48574-6CA2-D486-AA53-52B82DDFA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652" y="1539404"/>
            <a:ext cx="7984165" cy="3173395"/>
          </a:xfrm>
        </p:spPr>
        <p:txBody>
          <a:bodyPr>
            <a:noAutofit/>
          </a:bodyPr>
          <a:lstStyle/>
          <a:p>
            <a:r>
              <a:rPr lang="en-US" sz="1600" b="1" dirty="0"/>
              <a:t>Successful Fake News Detection</a:t>
            </a:r>
            <a:r>
              <a:rPr lang="en-US" sz="16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Developed an effective model to classify news articles as "Real" or "Fake" using TF-IDF features and an SVM classifier.</a:t>
            </a:r>
          </a:p>
          <a:p>
            <a:r>
              <a:rPr lang="en-US" sz="1600" b="1" dirty="0"/>
              <a:t>Balanced Model</a:t>
            </a:r>
            <a:r>
              <a:rPr lang="en-US" sz="16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Addressed class imbalance using </a:t>
            </a:r>
            <a:r>
              <a:rPr lang="en-US" sz="1600" b="1" dirty="0"/>
              <a:t>SMOTE</a:t>
            </a:r>
            <a:r>
              <a:rPr lang="en-US" sz="1600" dirty="0"/>
              <a:t>, resulting in high precision and recall for both classes.</a:t>
            </a:r>
          </a:p>
          <a:p>
            <a:r>
              <a:rPr lang="en-US" sz="1600" b="1" dirty="0"/>
              <a:t>Practical Implementation</a:t>
            </a:r>
            <a:r>
              <a:rPr lang="en-US" sz="16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Deployed a user-friendly </a:t>
            </a:r>
            <a:r>
              <a:rPr lang="en-US" sz="1600" b="1" dirty="0" err="1"/>
              <a:t>Streamlit</a:t>
            </a:r>
            <a:r>
              <a:rPr lang="en-US" sz="1600" b="1" dirty="0"/>
              <a:t> app</a:t>
            </a:r>
            <a:r>
              <a:rPr lang="en-US" sz="1600" dirty="0"/>
              <a:t> for real-time fake news detection, making the solution accessible to non-technical users.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D83A4D-D9B5-2C9C-78C4-AF07ABE2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35" y="577396"/>
            <a:ext cx="8229600" cy="644065"/>
          </a:xfrm>
        </p:spPr>
        <p:txBody>
          <a:bodyPr>
            <a:normAutofit/>
          </a:bodyPr>
          <a:lstStyle/>
          <a:p>
            <a:r>
              <a:rPr lang="en-US" sz="36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6859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78"/>
    </mc:Choice>
    <mc:Fallback xmlns="">
      <p:transition spd="slow" advTm="2127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48574-6CA2-D486-AA53-52B82DDFA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833" y="1628304"/>
            <a:ext cx="8041168" cy="3173395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Data Imbalance</a:t>
            </a:r>
            <a:r>
              <a:rPr lang="en-US" sz="1600" dirty="0"/>
              <a:t>: Despite using SMOTE, real-world data might still have class imbalance issues, affecting model generalization.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Limited Dataset</a:t>
            </a:r>
            <a:r>
              <a:rPr lang="en-US" sz="1600" dirty="0"/>
              <a:t>: The model was trained on a relatively small dataset, which may limit its ability to detect diverse types of fake news.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Feature Representation</a:t>
            </a:r>
            <a:r>
              <a:rPr lang="en-US" sz="1600" dirty="0"/>
              <a:t>: TF-IDF might not capture deeper contextual relationships, leading to missed nuances in language.</a:t>
            </a:r>
            <a:endParaRPr lang="en-US" sz="15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D83A4D-D9B5-2C9C-78C4-AF07ABE2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02" y="652951"/>
            <a:ext cx="8229600" cy="644065"/>
          </a:xfrm>
        </p:spPr>
        <p:txBody>
          <a:bodyPr>
            <a:noAutofit/>
          </a:bodyPr>
          <a:lstStyle/>
          <a:p>
            <a:r>
              <a:rPr lang="en-US" sz="4000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165254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78"/>
    </mc:Choice>
    <mc:Fallback xmlns="">
      <p:transition spd="slow" advTm="2127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48574-6CA2-D486-AA53-52B82DDFA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832" y="1539404"/>
            <a:ext cx="8208335" cy="31733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Advanced Models</a:t>
            </a:r>
            <a:r>
              <a:rPr lang="en-US" sz="1600" dirty="0"/>
              <a:t>: Experiment with </a:t>
            </a:r>
            <a:r>
              <a:rPr lang="en-US" sz="1600" b="1" dirty="0"/>
              <a:t>neural networks</a:t>
            </a:r>
            <a:r>
              <a:rPr lang="en-US" sz="1600" dirty="0"/>
              <a:t> and </a:t>
            </a:r>
            <a:r>
              <a:rPr lang="en-US" sz="1600" b="1" dirty="0"/>
              <a:t>transformers</a:t>
            </a:r>
            <a:r>
              <a:rPr lang="en-US" sz="1600" dirty="0"/>
              <a:t> to capture deeper patterns and improve classification accuracy.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Larger Datasets</a:t>
            </a:r>
            <a:r>
              <a:rPr lang="en-US" sz="1600" dirty="0"/>
              <a:t>: Use larger and more diverse datasets to enhance the robustness and generalizability of the model.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Real-World Deployment</a:t>
            </a:r>
            <a:r>
              <a:rPr lang="en-US" sz="1600" dirty="0"/>
              <a:t>: Integrate the model into web applications or browser extensions for broader use in real-time news validation.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D83A4D-D9B5-2C9C-78C4-AF07ABE2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02" y="652951"/>
            <a:ext cx="8229600" cy="644065"/>
          </a:xfrm>
        </p:spPr>
        <p:txBody>
          <a:bodyPr>
            <a:noAutofit/>
          </a:bodyPr>
          <a:lstStyle/>
          <a:p>
            <a:r>
              <a:rPr lang="en-US" sz="4000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99844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78"/>
    </mc:Choice>
    <mc:Fallback xmlns="">
      <p:transition spd="slow" advTm="2127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CC62D8-F2A9-A2CF-9401-1996013A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22" y="613352"/>
            <a:ext cx="8229600" cy="644065"/>
          </a:xfrm>
        </p:spPr>
        <p:txBody>
          <a:bodyPr>
            <a:normAutofit/>
          </a:bodyPr>
          <a:lstStyle/>
          <a:p>
            <a:r>
              <a:rPr lang="en-US" sz="2700" dirty="0"/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D89D7-51F4-8FF3-CAD8-C30C0400C90E}"/>
              </a:ext>
            </a:extLst>
          </p:cNvPr>
          <p:cNvSpPr txBox="1"/>
          <p:nvPr/>
        </p:nvSpPr>
        <p:spPr>
          <a:xfrm>
            <a:off x="636814" y="1432894"/>
            <a:ext cx="7723415" cy="33701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Bird, S., Klein, E., &amp; </a:t>
            </a:r>
            <a:r>
              <a:rPr lang="en-US" sz="1400" dirty="0" err="1"/>
              <a:t>Loper</a:t>
            </a:r>
            <a:r>
              <a:rPr lang="en-US" sz="1400" dirty="0"/>
              <a:t>, E. (2009). </a:t>
            </a:r>
            <a:r>
              <a:rPr lang="en-US" sz="1400" i="1" dirty="0"/>
              <a:t>Natural language processing with Python: Analyzing text with the Natural Language Toolkit</a:t>
            </a:r>
            <a:r>
              <a:rPr lang="en-US" sz="1400" dirty="0"/>
              <a:t>. O'Reilly Media. </a:t>
            </a:r>
            <a:r>
              <a:rPr lang="en-US" sz="1400" dirty="0">
                <a:hlinkClick r:id="rId4"/>
              </a:rPr>
              <a:t>https://www.oreilly.com/library/view/natural-language-processing/9780596803346/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Chawla, N. V., Bowyer, K. W., Hall, L. O., &amp; </a:t>
            </a:r>
            <a:r>
              <a:rPr lang="en-US" sz="1400" dirty="0" err="1"/>
              <a:t>Kegelmeyer</a:t>
            </a:r>
            <a:r>
              <a:rPr lang="en-US" sz="1400" dirty="0"/>
              <a:t>, W. P. (2002). </a:t>
            </a:r>
            <a:r>
              <a:rPr lang="en-US" sz="1400" i="1" dirty="0"/>
              <a:t>SMOTE: Synthetic minority over-sampling technique</a:t>
            </a:r>
            <a:r>
              <a:rPr lang="en-US" sz="1400" dirty="0"/>
              <a:t>. Journal of Artificial Intelligence Research, 16, 321-357. </a:t>
            </a:r>
            <a:r>
              <a:rPr lang="en-US" sz="1400" dirty="0">
                <a:hlinkClick r:id="rId5"/>
              </a:rPr>
              <a:t>https://jair.org/index.php/jair/article/view/10302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Streamlit</a:t>
            </a:r>
            <a:r>
              <a:rPr lang="en-US" sz="1400" dirty="0"/>
              <a:t> Documentation. (2023). </a:t>
            </a:r>
            <a:r>
              <a:rPr lang="en-US" sz="1400" i="1" dirty="0" err="1"/>
              <a:t>Streamlit</a:t>
            </a:r>
            <a:r>
              <a:rPr lang="en-US" sz="1400" i="1" dirty="0"/>
              <a:t>: Turn data scripts into sharable web apps</a:t>
            </a:r>
            <a:r>
              <a:rPr lang="en-US" sz="1400" dirty="0"/>
              <a:t>. </a:t>
            </a:r>
            <a:r>
              <a:rPr lang="en-US" sz="1400" dirty="0" err="1"/>
              <a:t>Streamlit</a:t>
            </a:r>
            <a:r>
              <a:rPr lang="en-US" sz="1400" dirty="0"/>
              <a:t>. </a:t>
            </a:r>
            <a:r>
              <a:rPr lang="en-US" sz="1400" dirty="0">
                <a:hlinkClick r:id="rId6"/>
              </a:rPr>
              <a:t>https://docs.streamlit.io/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Cortes, C., &amp; </a:t>
            </a:r>
            <a:r>
              <a:rPr lang="en-US" sz="1400" dirty="0" err="1"/>
              <a:t>Vapnik</a:t>
            </a:r>
            <a:r>
              <a:rPr lang="en-US" sz="1400" dirty="0"/>
              <a:t>, V. (1995). </a:t>
            </a:r>
            <a:r>
              <a:rPr lang="en-US" sz="1400" i="1" dirty="0"/>
              <a:t>Support-vector networks</a:t>
            </a:r>
            <a:r>
              <a:rPr lang="en-US" sz="1400" dirty="0"/>
              <a:t>. Machine Learning, 20(3), 273-297. </a:t>
            </a:r>
            <a:r>
              <a:rPr lang="en-US" sz="1400" dirty="0">
                <a:hlinkClick r:id="rId7"/>
              </a:rPr>
              <a:t>https://doi.org/10.1023/A:1022627411411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2" name="Audio Recording Nov 15, 2024 at 6:23:46 PM">
            <a:hlinkClick r:id="" action="ppaction://media"/>
            <a:extLst>
              <a:ext uri="{FF2B5EF4-FFF2-40B4-BE49-F238E27FC236}">
                <a16:creationId xmlns:a16="http://schemas.microsoft.com/office/drawing/2014/main" id="{3765FC62-936F-E74E-16D0-C198913298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65391" y="400962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8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9"/>
    </mc:Choice>
    <mc:Fallback xmlns="">
      <p:transition spd="slow" advTm="101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13654</TotalTime>
  <Words>1150</Words>
  <Application>Microsoft Macintosh PowerPoint</Application>
  <PresentationFormat>On-screen Show (16:9)</PresentationFormat>
  <Paragraphs>93</Paragraphs>
  <Slides>17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Introduction </vt:lpstr>
      <vt:lpstr>Project Objectives</vt:lpstr>
      <vt:lpstr>Dataset Overview</vt:lpstr>
      <vt:lpstr>About the data</vt:lpstr>
      <vt:lpstr>Data Dictionary</vt:lpstr>
      <vt:lpstr>Exploratory Data Analysis</vt:lpstr>
      <vt:lpstr>PowerPoint Presentation</vt:lpstr>
      <vt:lpstr>Data Preprocessing</vt:lpstr>
      <vt:lpstr>Model Training </vt:lpstr>
      <vt:lpstr>PowerPoint Presentation</vt:lpstr>
      <vt:lpstr>PowerPoint Presentation</vt:lpstr>
      <vt:lpstr>Streamlit Demo</vt:lpstr>
      <vt:lpstr>Conclusion</vt:lpstr>
      <vt:lpstr>Limitations</vt:lpstr>
      <vt:lpstr>Future Scope</vt:lpstr>
      <vt:lpstr>References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Lord</dc:creator>
  <cp:lastModifiedBy>Saivarun Kotha</cp:lastModifiedBy>
  <cp:revision>11</cp:revision>
  <dcterms:created xsi:type="dcterms:W3CDTF">2019-02-27T15:38:32Z</dcterms:created>
  <dcterms:modified xsi:type="dcterms:W3CDTF">2024-12-05T23:09:01Z</dcterms:modified>
</cp:coreProperties>
</file>